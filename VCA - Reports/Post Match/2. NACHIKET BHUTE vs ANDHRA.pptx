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63" r:id="rId7"/>
    <p:sldId id="266" r:id="rId8"/>
    <p:sldId id="264" r:id="rId9"/>
    <p:sldId id="267" r:id="rId10"/>
    <p:sldId id="265" r:id="rId11"/>
    <p:sldId id="268" r:id="rId12"/>
    <p:sldId id="259" r:id="rId13"/>
    <p:sldId id="260" r:id="rId14"/>
    <p:sldId id="261" r:id="rId15"/>
    <p:sldId id="26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70CBA-EA34-CB81-27BA-7D96F8643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7" y="980475"/>
            <a:ext cx="8361229" cy="2098226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Nachiket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bhute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5F91B3-0761-30CD-DC9F-08071D301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3597" y="3429000"/>
            <a:ext cx="6831673" cy="1086237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/>
              <a:t>RIGHT ARM MEDIUM PACER </a:t>
            </a:r>
          </a:p>
          <a:p>
            <a:r>
              <a:rPr lang="en-US" b="1" i="1" dirty="0"/>
              <a:t>VIDARBHA SENIOR MEN’S TEAM</a:t>
            </a:r>
          </a:p>
          <a:p>
            <a:r>
              <a:rPr lang="en-US" b="1" i="1" dirty="0"/>
              <a:t>IN RANJI TROPHY SEASON 25-26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182350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D543A-4263-DC64-DCA9-474E6062F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104901"/>
            <a:ext cx="9601200" cy="3581400"/>
          </a:xfrm>
        </p:spPr>
        <p:txBody>
          <a:bodyPr/>
          <a:lstStyle/>
          <a:p>
            <a:r>
              <a:rPr lang="en-US" dirty="0"/>
              <a:t>BOWLING STATS</a:t>
            </a:r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2928EE3-9AE9-AAA6-B51D-7F534FE3D5EC}"/>
              </a:ext>
            </a:extLst>
          </p:cNvPr>
          <p:cNvSpPr txBox="1">
            <a:spLocks/>
          </p:cNvSpPr>
          <p:nvPr/>
        </p:nvSpPr>
        <p:spPr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ROUND – 6 vs ANDHRA AT ANANTPUR.</a:t>
            </a:r>
            <a:endParaRPr lang="en-IN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21B414-2FFE-7CE6-A0DE-4564303C7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25" y="1778980"/>
            <a:ext cx="10820539" cy="431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10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304C8-8C2B-4886-D11E-12FFED6DD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A0525-CB50-486C-63BC-0986D5C40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588" y="1115961"/>
            <a:ext cx="9601200" cy="3581400"/>
          </a:xfrm>
        </p:spPr>
        <p:txBody>
          <a:bodyPr/>
          <a:lstStyle/>
          <a:p>
            <a:r>
              <a:rPr lang="en-US" dirty="0"/>
              <a:t>BOWLING STATS GRAPHICAL REPRESENTATION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7C0BDDB-FC6D-1802-70AA-E94E0FE276B7}"/>
              </a:ext>
            </a:extLst>
          </p:cNvPr>
          <p:cNvSpPr txBox="1">
            <a:spLocks/>
          </p:cNvSpPr>
          <p:nvPr/>
        </p:nvSpPr>
        <p:spPr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ROUND – 6 vs ANDHRA AT ANANTPUR.</a:t>
            </a:r>
            <a:endParaRPr lang="en-IN"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FA3E58-CFEE-5494-694A-A6CF8C309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239" y="1630228"/>
            <a:ext cx="9054173" cy="502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68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E2C3-D876-3736-BDFF-E4F44ABA1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D00F7-AB88-895E-A65C-A1D30F1D8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61768"/>
            <a:ext cx="9601200" cy="3581400"/>
          </a:xfrm>
        </p:spPr>
        <p:txBody>
          <a:bodyPr/>
          <a:lstStyle/>
          <a:p>
            <a:r>
              <a:rPr lang="en-US" dirty="0"/>
              <a:t>OVER ALL 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C51C8D-A368-1A35-1A7A-7A46486E3C08}"/>
              </a:ext>
            </a:extLst>
          </p:cNvPr>
          <p:cNvSpPr txBox="1">
            <a:spLocks/>
          </p:cNvSpPr>
          <p:nvPr/>
        </p:nvSpPr>
        <p:spPr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ROUND – 6 vs ANDHRA AT ANANTPUR.</a:t>
            </a:r>
            <a:endParaRPr lang="en-IN"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806BD3-6095-7DE2-015C-63DD02057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405" y="1750297"/>
            <a:ext cx="6873836" cy="493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325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B16C7-5BFC-00A5-0B97-11D886AFF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A4C98-5EB3-04C2-375A-082007943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61768"/>
            <a:ext cx="9601200" cy="3581400"/>
          </a:xfrm>
        </p:spPr>
        <p:txBody>
          <a:bodyPr/>
          <a:lstStyle/>
          <a:p>
            <a:r>
              <a:rPr lang="en-US" dirty="0"/>
              <a:t>BEATEN , UNCOMFORTABLE &amp; DISMISSAL AREAS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4F2A6C-EC9F-4CEB-00D0-72093E7A6218}"/>
              </a:ext>
            </a:extLst>
          </p:cNvPr>
          <p:cNvSpPr txBox="1">
            <a:spLocks/>
          </p:cNvSpPr>
          <p:nvPr/>
        </p:nvSpPr>
        <p:spPr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ROUND – 6 vs ANDHRA AT ANANTPUR.</a:t>
            </a:r>
            <a:endParaRPr lang="en-IN"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361699-2AE8-2A45-893E-660A63420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144" y="1787414"/>
            <a:ext cx="2758679" cy="49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424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C8A2A-5BC5-9686-B0E9-8AF8EFBA9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1C40-5321-752C-776E-62D0269D5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61768"/>
            <a:ext cx="9601200" cy="3581400"/>
          </a:xfrm>
        </p:spPr>
        <p:txBody>
          <a:bodyPr/>
          <a:lstStyle/>
          <a:p>
            <a:r>
              <a:rPr lang="en-US" dirty="0"/>
              <a:t>PHASE WISE – ( 1 TO 20 OVERS )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8641A51-4184-1E85-40D7-FB6DDB8B40BB}"/>
              </a:ext>
            </a:extLst>
          </p:cNvPr>
          <p:cNvSpPr txBox="1">
            <a:spLocks/>
          </p:cNvSpPr>
          <p:nvPr/>
        </p:nvSpPr>
        <p:spPr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ROUND – 6 vs ANDHRA AT ANANTPUR.</a:t>
            </a:r>
            <a:endParaRPr lang="en-IN"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3EA8F4-9FFC-FEB9-BBBC-C070E33E4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35" y="2029356"/>
            <a:ext cx="11304162" cy="33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65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15C11-A5B9-67B7-29D3-D8166F44E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336EF-DBA1-4DA3-4695-E82F84424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61768"/>
            <a:ext cx="9601200" cy="3581400"/>
          </a:xfrm>
        </p:spPr>
        <p:txBody>
          <a:bodyPr/>
          <a:lstStyle/>
          <a:p>
            <a:r>
              <a:rPr lang="en-US" dirty="0"/>
              <a:t>PHASE WISE – ( 1 TO 20 OVERS )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3F964B5-AD50-0F4A-8ACC-1620BEC9D8C1}"/>
              </a:ext>
            </a:extLst>
          </p:cNvPr>
          <p:cNvSpPr txBox="1">
            <a:spLocks/>
          </p:cNvSpPr>
          <p:nvPr/>
        </p:nvSpPr>
        <p:spPr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ROUND – 6 vs ANDHRA AT ANANTPUR.</a:t>
            </a:r>
            <a:endParaRPr lang="en-IN"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AC7D6C-D6FA-F97A-E956-73AFD8755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927" y="1795648"/>
            <a:ext cx="6988146" cy="493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17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1FF99-F30E-319D-95F3-869C669F0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56A80-2CEC-4D6E-BBAE-6F9A04DA7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61768"/>
            <a:ext cx="9601200" cy="3581400"/>
          </a:xfrm>
        </p:spPr>
        <p:txBody>
          <a:bodyPr/>
          <a:lstStyle/>
          <a:p>
            <a:r>
              <a:rPr lang="en-US" dirty="0"/>
              <a:t>PHASE WISE – ( 21 TO 50 OVERS )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898EDFF-B46C-9041-1A0D-BB28DC264CB6}"/>
              </a:ext>
            </a:extLst>
          </p:cNvPr>
          <p:cNvSpPr txBox="1">
            <a:spLocks/>
          </p:cNvSpPr>
          <p:nvPr/>
        </p:nvSpPr>
        <p:spPr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ROUND – 6 vs ANDHRA AT ANANTPUR.</a:t>
            </a:r>
            <a:endParaRPr lang="en-IN"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AAEDE2-45C1-F86C-745F-7CFF2BE8B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40" y="2333543"/>
            <a:ext cx="11326037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328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A417D-F584-2275-10BB-33C38E47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5D9C6-967C-2120-A934-2C7400101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61768"/>
            <a:ext cx="9601200" cy="3581400"/>
          </a:xfrm>
        </p:spPr>
        <p:txBody>
          <a:bodyPr/>
          <a:lstStyle/>
          <a:p>
            <a:r>
              <a:rPr lang="en-US" dirty="0"/>
              <a:t>PHASE WISE – ( 21 TO 50 OVERS )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F802007-B08E-32FC-E9F0-D8B80E57E106}"/>
              </a:ext>
            </a:extLst>
          </p:cNvPr>
          <p:cNvSpPr txBox="1">
            <a:spLocks/>
          </p:cNvSpPr>
          <p:nvPr/>
        </p:nvSpPr>
        <p:spPr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ROUND – 6 vs ANDHRA AT ANANTPUR.</a:t>
            </a:r>
            <a:endParaRPr lang="en-IN"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9DA5E4-3798-BFCB-B458-061EBA8EB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052" y="1818509"/>
            <a:ext cx="6805250" cy="48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034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9C06-9AF8-27AF-3E3B-867A1C512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A3407-3ED3-105E-CA48-81FCF8194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61768"/>
            <a:ext cx="9601200" cy="3581400"/>
          </a:xfrm>
        </p:spPr>
        <p:txBody>
          <a:bodyPr/>
          <a:lstStyle/>
          <a:p>
            <a:r>
              <a:rPr lang="en-US" dirty="0"/>
              <a:t>PHASE WISE – ( 51 TO 80 OVERS )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7D15FA2-A3B1-D6F0-C16A-1D6CF789BF73}"/>
              </a:ext>
            </a:extLst>
          </p:cNvPr>
          <p:cNvSpPr txBox="1">
            <a:spLocks/>
          </p:cNvSpPr>
          <p:nvPr/>
        </p:nvSpPr>
        <p:spPr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ROUND – 6 vs ANDHRA AT ANANTPUR.</a:t>
            </a:r>
            <a:endParaRPr lang="en-IN"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C7717F-8F6C-3403-76C1-F3476E764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77296"/>
            <a:ext cx="11139948" cy="332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20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272DA-63E2-E946-8D8F-6DEC99289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EDE1B-D66A-66F4-ED29-10BF3CA52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61768"/>
            <a:ext cx="9601200" cy="3581400"/>
          </a:xfrm>
        </p:spPr>
        <p:txBody>
          <a:bodyPr/>
          <a:lstStyle/>
          <a:p>
            <a:r>
              <a:rPr lang="en-US" dirty="0"/>
              <a:t>PHASE WISE – ( 51 TO 80 OVERS )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1E015C3-7CDC-E72B-228E-169995BC4D37}"/>
              </a:ext>
            </a:extLst>
          </p:cNvPr>
          <p:cNvSpPr txBox="1">
            <a:spLocks/>
          </p:cNvSpPr>
          <p:nvPr/>
        </p:nvSpPr>
        <p:spPr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ROUND – 6 vs ANDHRA AT ANANTPUR.</a:t>
            </a:r>
            <a:endParaRPr lang="en-IN"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1B9BBD-D13B-5DA4-9360-7BB829F81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843" y="1788400"/>
            <a:ext cx="6911939" cy="48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75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ECD2B-BDE6-B1E4-05E4-9D004AF5D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16115-5DA0-65C6-1261-783E44A02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61768"/>
            <a:ext cx="9601200" cy="3581400"/>
          </a:xfrm>
        </p:spPr>
        <p:txBody>
          <a:bodyPr/>
          <a:lstStyle/>
          <a:p>
            <a:r>
              <a:rPr lang="en-US" dirty="0"/>
              <a:t>ORDER WISE REPORT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06C066-89FC-9E33-97BB-F32E4132249D}"/>
              </a:ext>
            </a:extLst>
          </p:cNvPr>
          <p:cNvSpPr txBox="1">
            <a:spLocks/>
          </p:cNvSpPr>
          <p:nvPr/>
        </p:nvSpPr>
        <p:spPr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ROUND – 6 vs ANDHRA AT ANANTPUR.</a:t>
            </a:r>
            <a:endParaRPr lang="en-IN"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B86799-9D1C-957B-2E4A-6623A1E8F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335" y="1829500"/>
            <a:ext cx="8785265" cy="486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141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345CE-4C76-5F11-784E-E8AC34BE8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C5257-87E9-A76B-8C1F-39E1A0341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61768"/>
            <a:ext cx="9601200" cy="3581400"/>
          </a:xfrm>
        </p:spPr>
        <p:txBody>
          <a:bodyPr/>
          <a:lstStyle/>
          <a:p>
            <a:r>
              <a:rPr lang="en-US" dirty="0"/>
              <a:t>ORDER WISE REPORT - GRAPHICAL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2F2ECFE-5785-1681-A286-733C43BD5824}"/>
              </a:ext>
            </a:extLst>
          </p:cNvPr>
          <p:cNvSpPr txBox="1">
            <a:spLocks/>
          </p:cNvSpPr>
          <p:nvPr/>
        </p:nvSpPr>
        <p:spPr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ROUND – 6 vs ANDHRA AT ANANTPUR.</a:t>
            </a:r>
            <a:endParaRPr lang="en-IN"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71420B-6E96-FDED-5F4D-650EF22B2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582" y="1951586"/>
            <a:ext cx="8895018" cy="456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585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5C8B3-4924-193C-A3B3-092BBDF2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D4B8A-59EA-AC5C-D579-A42B98432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61768"/>
            <a:ext cx="9601200" cy="3581400"/>
          </a:xfrm>
        </p:spPr>
        <p:txBody>
          <a:bodyPr/>
          <a:lstStyle/>
          <a:p>
            <a:r>
              <a:rPr lang="en-US" dirty="0"/>
              <a:t>BOUNDARY RATIO 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CB999FB-F92E-8121-9556-D4C7CBE62688}"/>
              </a:ext>
            </a:extLst>
          </p:cNvPr>
          <p:cNvSpPr txBox="1">
            <a:spLocks/>
          </p:cNvSpPr>
          <p:nvPr/>
        </p:nvSpPr>
        <p:spPr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ROUND – 6 vs ANDHRA AT ANANTPUR.</a:t>
            </a:r>
            <a:endParaRPr lang="en-IN"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6AAF1B-72AE-28E2-FC1A-6312F2BE0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613" y="1999700"/>
            <a:ext cx="8880987" cy="46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603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6EDC-EBAE-D4D3-C5C5-10B0DE916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A6B91-80BB-405B-3D38-32549C873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61768"/>
            <a:ext cx="9601200" cy="3581400"/>
          </a:xfrm>
        </p:spPr>
        <p:txBody>
          <a:bodyPr/>
          <a:lstStyle/>
          <a:p>
            <a:r>
              <a:rPr lang="en-US" dirty="0"/>
              <a:t>BOUNDARY RATIO - GRAPHICAL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19F7FF4-5857-72CD-4FB2-AC7787F87E00}"/>
              </a:ext>
            </a:extLst>
          </p:cNvPr>
          <p:cNvSpPr txBox="1">
            <a:spLocks/>
          </p:cNvSpPr>
          <p:nvPr/>
        </p:nvSpPr>
        <p:spPr>
          <a:xfrm>
            <a:off x="1170042" y="344131"/>
            <a:ext cx="10530348" cy="850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ROUND – 6 vs ANDHRA AT ANANTPUR.</a:t>
            </a:r>
            <a:endParaRPr lang="en-IN"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1B89D4-FB1C-2401-981D-DF2A76A9E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58" y="2101220"/>
            <a:ext cx="11255715" cy="4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868235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{D8F26CDB-6F73-4823-AF25-D4FDD41FF49F}TFc3084226-2d0c-440f-9f46-6b48c7a7f670e6ba4a85-fc4a2881d6b3</Template>
  <TotalTime>146</TotalTime>
  <Words>209</Words>
  <Application>Microsoft Office PowerPoint</Application>
  <PresentationFormat>Widescreen</PresentationFormat>
  <Paragraphs>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Franklin Gothic Book</vt:lpstr>
      <vt:lpstr>Crop</vt:lpstr>
      <vt:lpstr>Nachiket bhute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Ajeenkya Sawale</dc:creator>
  <cp:lastModifiedBy>Ajeenkya Sawale</cp:lastModifiedBy>
  <cp:revision>7</cp:revision>
  <dcterms:created xsi:type="dcterms:W3CDTF">2026-07-17T10:56:02Z</dcterms:created>
  <dcterms:modified xsi:type="dcterms:W3CDTF">2026-07-17T17:45:23Z</dcterms:modified>
</cp:coreProperties>
</file>