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B1F1B2-EA74-47BA-628C-DF093225DD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593238-5117-790C-D4C3-BFFC50FF1A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F6DF7-0744-DB5F-1A54-5B970EE583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AC9CE1-0835-C7A8-223D-BA718FD895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D264F2-6E82-A9EF-D90F-7D118821B3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75EA8D-452F-0EE4-962B-44F66355B0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5CA979-E228-8158-B7AF-3858B056A3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EB7823-7186-B72A-0A0F-8530F7A71E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E079F-5F9C-4BD7-0F12-058CFB55E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5EA5D4-8D35-AE95-9565-170586FAD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50D3A6-C8E4-76B5-C7AE-9D0E94CC42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373419" name="Title 1"/>
          <p:cNvSpPr>
            <a:spLocks noGrp="1"/>
          </p:cNvSpPr>
          <p:nvPr>
            <p:ph type="ctrTitle"/>
          </p:nvPr>
        </p:nvSpPr>
        <p:spPr bwMode="auto"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4599781" name="Subtitle 2"/>
          <p:cNvSpPr>
            <a:spLocks noGrp="1"/>
          </p:cNvSpPr>
          <p:nvPr>
            <p:ph type="subTitle" idx="1"/>
          </p:nvPr>
        </p:nvSpPr>
        <p:spPr bwMode="auto"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3252617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52858" y="6453386"/>
            <a:ext cx="1607944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40664777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054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01492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  <p:grpSp>
        <p:nvGrpSpPr>
          <p:cNvPr id="138104483" name="Group 6"/>
          <p:cNvGrpSpPr/>
          <p:nvPr/>
        </p:nvGrpSpPr>
        <p:grpSpPr bwMode="auto"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fill="norm" stroke="1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 fill="norm" stroke="1" extrusionOk="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6682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6549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1061182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3048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003693" name="Title 1"/>
          <p:cNvSpPr>
            <a:spLocks noGrp="1"/>
          </p:cNvSpPr>
          <p:nvPr>
            <p:ph type="title"/>
          </p:nvPr>
        </p:nvSpPr>
        <p:spPr bwMode="auto"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05757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089962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87551347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2798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  <p:sp>
        <p:nvSpPr>
          <p:cNvPr id="371760002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 fill="norm" stroke="1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5536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83715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71600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59043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20871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8472019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4851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771063" name="Title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6087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12123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71600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4753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6054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25014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725848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5543918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952057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593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07585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1005701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29394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86250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0677955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66658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378573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122013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0588399" name="Content Placeholder 2"/>
          <p:cNvSpPr>
            <a:spLocks noGrp="1"/>
          </p:cNvSpPr>
          <p:nvPr>
            <p:ph idx="1"/>
          </p:nvPr>
        </p:nvSpPr>
        <p:spPr bwMode="auto"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07554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780324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37111883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999496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  <p:sp>
        <p:nvSpPr>
          <p:cNvPr id="1565848208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279752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3198808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839469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620288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5565462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149171135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030654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  <p:sp>
        <p:nvSpPr>
          <p:cNvPr id="1923615723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261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170321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2295525"/>
            <a:ext cx="9601200" cy="357187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24368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887943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6547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9881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596561" y="624156"/>
            <a:ext cx="1565766" cy="52432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4114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624156"/>
            <a:ext cx="8179641" cy="52432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24314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2886632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6666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28213" name="Title Placeholder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2693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17931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DE6118-2437-4B30-8E3C-4D2BE6020583}" type="datetimeFigureOut">
              <a:rPr lang="en-US"/>
              <a:t>7/19/2026</a:t>
            </a:fld>
            <a:endParaRPr lang="en-US"/>
          </a:p>
        </p:txBody>
      </p:sp>
      <p:sp>
        <p:nvSpPr>
          <p:cNvPr id="2090439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31100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9E57DC2-970A-4B3E-BB1C-7A09969E49DF}" type="slidenum">
              <a:rPr lang="en-US"/>
              <a:t>‹#›</a:t>
            </a:fld>
            <a:endParaRPr lang="en-US"/>
          </a:p>
        </p:txBody>
      </p:sp>
      <p:sp>
        <p:nvSpPr>
          <p:cNvPr id="104451148" name="Rectangle 8" title="Side bar"/>
          <p:cNvSpPr/>
          <p:nvPr/>
        </p:nvSpPr>
        <p:spPr bwMode="auto"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89000"/>
        </a:lnSpc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51844" name="Title 1"/>
          <p:cNvSpPr>
            <a:spLocks noGrp="1"/>
          </p:cNvSpPr>
          <p:nvPr>
            <p:ph type="ctrTitle"/>
          </p:nvPr>
        </p:nvSpPr>
        <p:spPr bwMode="auto">
          <a:xfrm>
            <a:off x="1915127" y="980475"/>
            <a:ext cx="8361229" cy="2098226"/>
          </a:xfrm>
        </p:spPr>
        <p:txBody>
          <a:bodyPr/>
          <a:lstStyle/>
          <a:p>
            <a:pPr>
              <a:defRPr/>
            </a:pPr>
            <a:r>
              <a:rPr lang="en-US" b="1"/>
              <a:t>AMAN MOKHADE</a:t>
            </a:r>
            <a:endParaRPr lang="en-IN" b="1"/>
          </a:p>
        </p:txBody>
      </p:sp>
      <p:sp>
        <p:nvSpPr>
          <p:cNvPr id="1331652565" name="Subtitle 2"/>
          <p:cNvSpPr>
            <a:spLocks noGrp="1"/>
          </p:cNvSpPr>
          <p:nvPr>
            <p:ph type="subTitle" idx="1"/>
          </p:nvPr>
        </p:nvSpPr>
        <p:spPr bwMode="auto">
          <a:xfrm>
            <a:off x="2463597" y="3429000"/>
            <a:ext cx="6831673" cy="108623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i="1"/>
              <a:t>RIGHT HAND BATSMAN </a:t>
            </a:r>
            <a:endParaRPr/>
          </a:p>
          <a:p>
            <a:pPr>
              <a:defRPr/>
            </a:pPr>
            <a:r>
              <a:rPr lang="en-US" b="1" i="1"/>
              <a:t>VIDARBHA SENIOR MEN’S TEAM</a:t>
            </a:r>
            <a:endParaRPr/>
          </a:p>
          <a:p>
            <a:pPr>
              <a:defRPr/>
            </a:pPr>
            <a:r>
              <a:rPr lang="en-US" b="1" i="1"/>
              <a:t>IN RANJI TROPHY SEASON 25-26</a:t>
            </a:r>
            <a:endParaRPr lang="en-IN" b="1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810037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104901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BATTING STATS</a:t>
            </a:r>
            <a:endParaRPr lang="en-IN"/>
          </a:p>
        </p:txBody>
      </p:sp>
      <p:sp>
        <p:nvSpPr>
          <p:cNvPr id="1140337771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1061226895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2051" y="1778449"/>
            <a:ext cx="10933120" cy="423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540836" name="Content Placeholder 2"/>
          <p:cNvSpPr>
            <a:spLocks noGrp="1"/>
          </p:cNvSpPr>
          <p:nvPr>
            <p:ph idx="1"/>
          </p:nvPr>
        </p:nvSpPr>
        <p:spPr bwMode="auto">
          <a:xfrm>
            <a:off x="1108588" y="1115961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BATTING STATS GRAPHICAL REPRESENTATION</a:t>
            </a:r>
            <a:endParaRPr lang="en-IN"/>
          </a:p>
        </p:txBody>
      </p:sp>
      <p:sp>
        <p:nvSpPr>
          <p:cNvPr id="574891621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204617265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82995" y="1555642"/>
            <a:ext cx="9846038" cy="5168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963172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OVER ALL </a:t>
            </a:r>
            <a:endParaRPr lang="en-IN"/>
          </a:p>
        </p:txBody>
      </p:sp>
      <p:sp>
        <p:nvSpPr>
          <p:cNvPr id="5922407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4468825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96122" y="1707770"/>
            <a:ext cx="6835732" cy="4976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911832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BEATEN , UNCOMFORTABLE &amp; DISMISSAL AREAS</a:t>
            </a:r>
            <a:endParaRPr lang="en-IN"/>
          </a:p>
        </p:txBody>
      </p:sp>
      <p:sp>
        <p:nvSpPr>
          <p:cNvPr id="2112846687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547320603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45706" y="1803268"/>
            <a:ext cx="2834886" cy="4922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24933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PHASE WISE – ( 1 TO 20 OVERS )</a:t>
            </a:r>
            <a:endParaRPr lang="en-IN"/>
          </a:p>
        </p:txBody>
      </p:sp>
      <p:sp>
        <p:nvSpPr>
          <p:cNvPr id="529224279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1079122964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5406" y="2116621"/>
            <a:ext cx="11198942" cy="3254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000391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PHASE WISE – ( 1 TO 20 OVERS )</a:t>
            </a:r>
            <a:endParaRPr lang="en-IN"/>
          </a:p>
        </p:txBody>
      </p:sp>
      <p:sp>
        <p:nvSpPr>
          <p:cNvPr id="1567925655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406604264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70301" y="1733527"/>
            <a:ext cx="7064352" cy="4892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619745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PHASE WISE – ( 21 TO 50 OVERS )</a:t>
            </a:r>
            <a:endParaRPr lang="en-IN"/>
          </a:p>
        </p:txBody>
      </p:sp>
      <p:sp>
        <p:nvSpPr>
          <p:cNvPr id="778465632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85508321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5238" y="2229704"/>
            <a:ext cx="11198943" cy="2880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49586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PHASE WISE – ( 21 TO 50 OVERS )</a:t>
            </a:r>
            <a:endParaRPr lang="en-IN"/>
          </a:p>
        </p:txBody>
      </p:sp>
      <p:sp>
        <p:nvSpPr>
          <p:cNvPr id="1869861652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985024121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0464" y="1838787"/>
            <a:ext cx="6843353" cy="49305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780277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COMFORT LEVEL REPORT</a:t>
            </a:r>
            <a:endParaRPr lang="en-IN"/>
          </a:p>
        </p:txBody>
      </p:sp>
      <p:sp>
        <p:nvSpPr>
          <p:cNvPr id="1852522197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210442047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2071" y="1920428"/>
            <a:ext cx="11106289" cy="41380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16050" name="Content Placeholder 2"/>
          <p:cNvSpPr>
            <a:spLocks noGrp="1"/>
          </p:cNvSpPr>
          <p:nvPr>
            <p:ph idx="1"/>
          </p:nvPr>
        </p:nvSpPr>
        <p:spPr bwMode="auto">
          <a:xfrm>
            <a:off x="1295400" y="1361768"/>
            <a:ext cx="9601200" cy="3581400"/>
          </a:xfrm>
        </p:spPr>
        <p:txBody>
          <a:bodyPr/>
          <a:lstStyle/>
          <a:p>
            <a:pPr>
              <a:defRPr/>
            </a:pPr>
            <a:r>
              <a:rPr lang="en-US"/>
              <a:t>COMFORT LEVEL REPORT - GRAPHICAL</a:t>
            </a:r>
            <a:endParaRPr lang="en-IN"/>
          </a:p>
        </p:txBody>
      </p:sp>
      <p:sp>
        <p:nvSpPr>
          <p:cNvPr id="262242840" name="Title 1"/>
          <p:cNvSpPr txBox="1"/>
          <p:nvPr/>
        </p:nvSpPr>
        <p:spPr bwMode="auto"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>
              <a:lnSpc>
                <a:spcPct val="89000"/>
              </a:lnSpc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/>
              <a:t>ROUND – 6 vs ANDHRA AT ANANTPUR.</a:t>
            </a:r>
            <a:endParaRPr lang="en-IN" sz="4000" b="1"/>
          </a:p>
        </p:txBody>
      </p:sp>
      <p:pic>
        <p:nvPicPr>
          <p:cNvPr id="1051116062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8192" y="1818968"/>
            <a:ext cx="9601200" cy="4866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Crop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Crop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{D8F26CDB-6F73-4823-AF25-D4FDD41FF49F}TFc3084226-2d0c-440f-9f46-6b48c7a7f670e6ba4a85-fc4a2881d6b3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Ajeenkya Sawale</dc:creator>
  <cp:lastModifiedBy/>
  <cp:revision>11</cp:revision>
  <dcterms:created xsi:type="dcterms:W3CDTF">2026-07-17T10:56:02Z</dcterms:created>
  <dcterms:modified xsi:type="dcterms:W3CDTF">2026-09-19T10:55:34Z</dcterms:modified>
</cp:coreProperties>
</file>